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a451d50c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a451d50c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451d50c6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a451d50c6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a451d50c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a451d50c6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683246"/>
            <a:ext cx="5500687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Visitor Management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57990"/>
            <a:ext cx="507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Event-Driven Architecture with Scala, Akka, &amp; Apache Kafka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553158"/>
            <a:ext cx="52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SCALA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AKKA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KAFKA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57275"/>
            <a:ext cx="52197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7695"/>
            <a:ext cx="5238750" cy="5149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327695"/>
            <a:ext cx="5238750" cy="514930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Microservices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1718220"/>
            <a:ext cx="468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 Visitor Management Service</a:t>
            </a:r>
            <a:endParaRPr b="1" i="0" sz="2100" u="none" cap="none" strike="noStrik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(play+kafka(producer))</a:t>
            </a:r>
            <a:endParaRPr b="1" sz="21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2744458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core synchronous processing unit.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1718220"/>
            <a:ext cx="468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 Visitor Notification Service</a:t>
            </a:r>
            <a:endParaRPr b="1" i="0" sz="2100" u="none" cap="none" strike="noStrik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(akka+kafka(consumer))</a:t>
            </a:r>
            <a:endParaRPr b="1" sz="21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2687834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asynchronous side-effect handler.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3428996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Handles check-in/check-out operations.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3904025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JWT-based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authentication &amp; security.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4379054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Direct, non-blocking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 Event Publishing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4854082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Connects to MySQL for persistent storage.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98025" y="3449195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Dedicated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 Consumer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098025" y="3896870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Decoupled from the main check-in flow.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098025" y="4344545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Handles email, SMS, and Push notifications.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098025" y="4792220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Ensures system resilience if notifications fail.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4399268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3924239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59900" y="346824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874296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14400" y="344921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59900" y="391592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59900" y="436359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59900" y="481127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11660"/>
            <a:ext cx="52387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151254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Play Framework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Deep Dive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245923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Reactive &amp; Type-Safe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293548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Non-blocking I/O: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Built on Akka to handle high concurrency with minimal threads.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368796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Type Safety: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Scala's compiler prevents runtime errors.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413563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Hot Reload: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Rapid development cycles.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45833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REST API: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Native JSON handling makes API development seamless.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10350" y="301168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// Async Controller Action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610350" y="323076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EFF9A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 checkin: Action[JsValue] =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610350" y="344983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secured.async(parse.json) { request =&gt;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610350" y="366891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  service.checkin(request.body)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610350" y="388798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.map(Created(_))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10350" y="410706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.recover {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610350" y="432613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</a:t>
            </a:r>
            <a:r>
              <a:rPr b="1" i="0" lang="en-US" sz="1200" u="none" cap="none" strike="noStrike">
                <a:solidFill>
                  <a:srgbClr val="DEFF9A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 ex =&gt; BadRequest(Json.obj(...))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610350" y="454521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}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610350" y="476428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}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23875" y="295453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23875" y="370701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23875" y="4154685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523875" y="460236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5410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5410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5410"/>
            <a:ext cx="3492549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71500" y="1102965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Akka Actors &amp;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Concurrency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306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866775" y="339268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High Concurrency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66775" y="404991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Handles 1000+ concurrent visitors without blocking threads. Each request is processed asynchronously.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6306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4645074" y="339268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Fault Tolerance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645074" y="404991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Actor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Supervision Trees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automatically detect failures and restart components, ensuring system stability.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374" y="26306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8423374" y="339268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Non-Blocking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423374" y="404991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Message-passing architecture removes locks and blocking waits, maximizing CPU utilization.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80213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6524" y="28021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09111" y="280213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71500" y="762000"/>
            <a:ext cx="5200650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Apache Kafka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Integration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0" y="208389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 decoupled, event-driven backbone ensuring real-time data flow.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2979241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Event Flow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4846141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5360491"/>
            <a:ext cx="4953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Configured with acks: all and idempotence: true to guarantee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Exactly-Once Semantics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62000" y="3455491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VMS: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Publishes `checkin` event directly.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62000" y="3903166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Kafka: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Buffers event reliably.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4350841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VNS: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Consumes event &amp; triggers notification.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523875" y="3474541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523875" y="3922216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23875" y="4369891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64123"/>
            <a:ext cx="52387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44031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1483965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Producers &amp;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Consumers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245447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Producer Configuration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296882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Optimized for data integrity and throughput.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381750" y="243066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Reactive Consumer (Akka Streams)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381750" y="294501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Backpressure-aware consumption logic.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00100" y="3664148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// Reliability Settings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00100" y="3883223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props.put(</a:t>
            </a:r>
            <a:r>
              <a:rPr b="1" i="0" lang="en-US" sz="1200" u="none" cap="none" strike="noStrike">
                <a:solidFill>
                  <a:srgbClr val="DEFF9A"/>
                </a:solidFill>
                <a:latin typeface="Courier New"/>
                <a:ea typeface="Courier New"/>
                <a:cs typeface="Courier New"/>
                <a:sym typeface="Courier New"/>
              </a:rPr>
              <a:t>"acks"</a:t>
            </a: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, "all")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00100" y="4102298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props.put(</a:t>
            </a:r>
            <a:r>
              <a:rPr b="1" i="0" lang="en-US" sz="1200" u="none" cap="none" strike="noStrike">
                <a:solidFill>
                  <a:srgbClr val="DEFF9A"/>
                </a:solidFill>
                <a:latin typeface="Courier New"/>
                <a:ea typeface="Courier New"/>
                <a:cs typeface="Courier New"/>
                <a:sym typeface="Courier New"/>
              </a:rPr>
              <a:t>"enable.idempotence"</a:t>
            </a: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, "true")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00100" y="4321373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props.put(</a:t>
            </a:r>
            <a:r>
              <a:rPr b="1" i="0" lang="en-US" sz="1200" u="none" cap="none" strike="noStrike">
                <a:solidFill>
                  <a:srgbClr val="DEFF9A"/>
                </a:solidFill>
                <a:latin typeface="Courier New"/>
                <a:ea typeface="Courier New"/>
                <a:cs typeface="Courier New"/>
                <a:sym typeface="Courier New"/>
              </a:rPr>
              <a:t>"retries"</a:t>
            </a: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, "3")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00100" y="4711898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// Async Publishing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00100" y="4930973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producer.send(record)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610350" y="364033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// At-Least-Once Delivery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610350" y="385941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Consumer.committableSource(...)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10350" y="407848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.mapAsync(10) { msg =&gt;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610350" y="429756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  process(msg.value)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610350" y="451663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}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610350" y="4735710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.via(Committer.flow)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610350" y="4954785"/>
            <a:ext cx="481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  .runWith(Sink.ignore)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/>
          <p:cNvPicPr preferRelativeResize="0"/>
          <p:nvPr/>
        </p:nvPicPr>
        <p:blipFill rotWithShape="1">
          <a:blip r:embed="rId3">
            <a:alphaModFix/>
          </a:blip>
          <a:srcRect b="9016" l="0" r="0" t="0"/>
          <a:stretch/>
        </p:blipFill>
        <p:spPr>
          <a:xfrm>
            <a:off x="1946650" y="637250"/>
            <a:ext cx="8573276" cy="56745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0" y="-75875"/>
            <a:ext cx="97863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b="1" lang="en-US" sz="40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atabase &amp; </a:t>
            </a:r>
            <a:r>
              <a:rPr b="1" lang="en-US" sz="40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450" y="925425"/>
            <a:ext cx="11098898" cy="572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61375" y="151725"/>
            <a:ext cx="46581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Visitor Check-in Flow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08350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6903525" y="182075"/>
            <a:ext cx="5082900" cy="6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Visitor Arrives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Reception Opens UI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JWT Auth Validated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Controller Validates Input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Service Applies Logic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DB Transaction Insert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Kafka Event Published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Success Response Sent</a:t>
            </a:r>
            <a:br>
              <a:rPr b="1" lang="en-US" sz="2300">
                <a:solidFill>
                  <a:srgbClr val="E0E0E0"/>
                </a:solidFill>
              </a:rPr>
            </a:br>
            <a:endParaRPr b="1" sz="2300">
              <a:solidFill>
                <a:srgbClr val="E0E0E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2300"/>
              <a:buChar char="●"/>
            </a:pPr>
            <a:r>
              <a:rPr b="1" lang="en-US" sz="2300">
                <a:solidFill>
                  <a:srgbClr val="E0E0E0"/>
                </a:solidFill>
              </a:rPr>
              <a:t>Consumers Trigger Actions</a:t>
            </a:r>
            <a:endParaRPr b="1" sz="2300">
              <a:solidFill>
                <a:srgbClr val="E0E0E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E0E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860077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Security &amp; </a:t>
            </a:r>
            <a:r>
              <a:rPr b="1" i="0" lang="en-US" sz="4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180677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 Pillars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416897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Roadmap</a:t>
            </a:r>
            <a:endParaRPr/>
          </a:p>
        </p:txBody>
      </p:sp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6773"/>
            <a:ext cx="52387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62000" y="228302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JWT Authentication: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Stateless, secure API access.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62000" y="273069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Privacy: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SHA-256 Hashing for visitor IDs.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62000" y="3178373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Resilience: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Circuit Breakers for external APIs &amp; Dead Letter Queues for Kafka.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62000" y="464522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GraphQL API for flexible queries.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509289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CQRS for read/write optimization.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5540573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QR code for check-in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23875" y="2302073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23875" y="2749748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23875" y="3197423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23875" y="4664273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23875" y="5111948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23875" y="5559623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►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